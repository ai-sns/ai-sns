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以下是一个产品研发的PPT大纲示例，您可以根据需要调整每个部分的内容和样式：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产品研发PPT大纲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1: 封面</a:t>
            </a:r>
          </a:p>
          <a:p>
            <a:pPr lvl="0"/>
            <a:r>
              <a:rPr/>
              <a:t>产品名称</a:t>
            </a:r>
          </a:p>
          <a:p>
            <a:pPr lvl="0"/>
            <a:r>
              <a:rPr/>
              <a:t>企业logo</a:t>
            </a:r>
          </a:p>
          <a:p>
            <a:pPr lvl="0"/>
            <a:r>
              <a:rPr/>
              <a:t>研发团队名称</a:t>
            </a:r>
          </a:p>
          <a:p>
            <a:pPr lvl="0"/>
            <a:r>
              <a:rPr/>
              <a:t>日期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2: 目录</a:t>
            </a:r>
          </a:p>
          <a:p>
            <a:pPr lvl="0"/>
            <a:r>
              <a:rPr/>
              <a:t>产品介绍</a:t>
            </a:r>
          </a:p>
          <a:p>
            <a:pPr lvl="0"/>
            <a:r>
              <a:rPr/>
              <a:t>市场分析</a:t>
            </a:r>
          </a:p>
          <a:p>
            <a:pPr lvl="0"/>
            <a:r>
              <a:rPr/>
              <a:t>研发目标</a:t>
            </a:r>
          </a:p>
          <a:p>
            <a:pPr lvl="0"/>
            <a:r>
              <a:rPr/>
              <a:t>研发流程</a:t>
            </a:r>
          </a:p>
          <a:p>
            <a:pPr lvl="0"/>
            <a:r>
              <a:rPr/>
              <a:t>技术架构</a:t>
            </a:r>
          </a:p>
          <a:p>
            <a:pPr lvl="0"/>
            <a:r>
              <a:rPr/>
              <a:t>时间计划</a:t>
            </a:r>
          </a:p>
          <a:p>
            <a:pPr lvl="0"/>
            <a:r>
              <a:rPr/>
              <a:t>预算与资源</a:t>
            </a:r>
          </a:p>
          <a:p>
            <a:pPr lvl="0"/>
            <a:r>
              <a:rPr/>
              <a:t>风险管理</a:t>
            </a:r>
          </a:p>
          <a:p>
            <a:pPr lvl="0"/>
            <a:r>
              <a:rPr/>
              <a:t>结论与展望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3: 产品介绍</a:t>
            </a:r>
          </a:p>
          <a:p>
            <a:pPr lvl="0"/>
            <a:r>
              <a:rPr/>
              <a:t>产品的定义和用途</a:t>
            </a:r>
          </a:p>
          <a:p>
            <a:pPr lvl="0"/>
            <a:r>
              <a:rPr/>
              <a:t>目标用户群体</a:t>
            </a:r>
          </a:p>
          <a:p>
            <a:pPr lvl="0"/>
            <a:r>
              <a:rPr/>
              <a:t>产品的核心功能与特点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4: 市场分析</a:t>
            </a:r>
          </a:p>
          <a:p>
            <a:pPr lvl="0"/>
            <a:r>
              <a:rPr/>
              <a:t>行业背景</a:t>
            </a:r>
          </a:p>
          <a:p>
            <a:pPr lvl="0"/>
            <a:r>
              <a:rPr/>
              <a:t>竞争分析</a:t>
            </a:r>
          </a:p>
          <a:p>
            <a:pPr lvl="0"/>
            <a:r>
              <a:rPr/>
              <a:t>市场需求分析</a:t>
            </a:r>
          </a:p>
          <a:p>
            <a:pPr lvl="0"/>
            <a:r>
              <a:rPr/>
              <a:t>潜在市场规模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5: 研发目标</a:t>
            </a:r>
          </a:p>
          <a:p>
            <a:pPr lvl="0"/>
            <a:r>
              <a:rPr/>
              <a:t>清晰的产品开发目标</a:t>
            </a:r>
          </a:p>
          <a:p>
            <a:pPr lvl="0"/>
            <a:r>
              <a:rPr/>
              <a:t>关键性能指标（KPIs）</a:t>
            </a:r>
          </a:p>
          <a:p>
            <a:pPr lvl="0"/>
            <a:r>
              <a:rPr/>
              <a:t>成功标准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6: 研发流程</a:t>
            </a:r>
          </a:p>
          <a:p>
            <a:pPr lvl="0"/>
            <a:r>
              <a:rPr/>
              <a:t>研发的各个阶段（概念、设计、开发、测试、发布）</a:t>
            </a:r>
          </a:p>
          <a:p>
            <a:pPr lvl="0"/>
            <a:r>
              <a:rPr/>
              <a:t>每个阶段的主要任务与输出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7: 技术架构</a:t>
            </a:r>
          </a:p>
          <a:p>
            <a:pPr lvl="0"/>
            <a:r>
              <a:rPr/>
              <a:t>产品的技术栈</a:t>
            </a:r>
          </a:p>
          <a:p>
            <a:pPr lvl="0"/>
            <a:r>
              <a:rPr/>
              <a:t>系统架构图</a:t>
            </a:r>
          </a:p>
          <a:p>
            <a:pPr lvl="0"/>
            <a:r>
              <a:rPr/>
              <a:t>关键技术的选择理由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8: 时间计划</a:t>
            </a:r>
          </a:p>
          <a:p>
            <a:pPr lvl="0"/>
            <a:r>
              <a:rPr/>
              <a:t>产品研发的时间表</a:t>
            </a:r>
          </a:p>
          <a:p>
            <a:pPr lvl="0"/>
            <a:r>
              <a:rPr/>
              <a:t>每个阶段的里程碑</a:t>
            </a:r>
          </a:p>
          <a:p>
            <a:pPr lvl="0"/>
            <a:r>
              <a:rPr/>
              <a:t>关键的时间节点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9: 预算与资源</a:t>
            </a:r>
          </a:p>
          <a:p>
            <a:pPr lvl="0"/>
            <a:r>
              <a:rPr/>
              <a:t>研发预算概览</a:t>
            </a:r>
          </a:p>
          <a:p>
            <a:pPr lvl="0"/>
            <a:r>
              <a:rPr/>
              <a:t>资源安排（人力资源、技术资源）</a:t>
            </a:r>
          </a:p>
          <a:p>
            <a:pPr lvl="0"/>
            <a:r>
              <a:rPr/>
              <a:t>资金来源与花费计划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10: 风险管理</a:t>
            </a:r>
          </a:p>
          <a:p>
            <a:pPr lvl="0"/>
            <a:r>
              <a:rPr/>
              <a:t>可能面临的风险（技术、市场、管理）</a:t>
            </a:r>
          </a:p>
          <a:p>
            <a:pPr lvl="0"/>
            <a:r>
              <a:rPr/>
              <a:t>风险评估与应对策略</a:t>
            </a:r>
          </a:p>
          <a:p>
            <a:pPr lvl="0"/>
            <a:r>
              <a:rPr/>
              <a:t>风险监控与调整计划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11: 结论与展望</a:t>
            </a:r>
          </a:p>
          <a:p>
            <a:pPr lvl="0"/>
            <a:r>
              <a:rPr/>
              <a:t>产品对市场的潜在影响</a:t>
            </a:r>
          </a:p>
          <a:p>
            <a:pPr lvl="0"/>
            <a:r>
              <a:rPr/>
              <a:t>未来的扩展计划</a:t>
            </a:r>
          </a:p>
          <a:p>
            <a:pPr lvl="0"/>
            <a:r>
              <a:rPr/>
              <a:t>结束语及感谢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补充说明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您可以在每一张幻灯片中加入图表、图片或其他多媒体内容，以使演示更加生动和易于理解。确保使用一致的字体和配色方案，以增强视觉效果。在演示过程中，您也可以留出时间进行问答，以便与听众进行互动。</a:t>
            </a:r>
          </a:p>
          <a:p>
            <a:pPr lvl="0" indent="0" marL="0">
              <a:buNone/>
            </a:pPr>
            <a:r>
              <a:rPr/>
              <a:t>希望这个大纲能帮助您制作出一份成功的产品研发PPT！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2025-03-26T10:57:03Z</dcterms:created>
  <dcterms:modified xsi:type="dcterms:W3CDTF">2025-03-26T10:57:03Z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