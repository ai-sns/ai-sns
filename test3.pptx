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PPT内容：AIGC 产品方案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1: 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产品名称：AIGC智能创作助手</a:t>
            </a:r>
          </a:p>
          <a:p>
            <a:pPr lvl="0"/>
            <a:r>
              <a:rPr/>
              <a:t>版本号：v1.0</a:t>
            </a:r>
          </a:p>
          <a:p>
            <a:pPr lvl="0"/>
            <a:r>
              <a:rPr/>
              <a:t>日期：2023年10月</a:t>
            </a:r>
          </a:p>
          <a:p>
            <a:pPr lvl="0"/>
            <a:r>
              <a:rPr/>
              <a:t>演讲者姓名和职位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2: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背景与市场分析</a:t>
            </a:r>
          </a:p>
          <a:p>
            <a:pPr lvl="0" indent="-342900" marL="342900">
              <a:buAutoNum type="arabicPeriod"/>
            </a:pPr>
            <a:r>
              <a:rPr/>
              <a:t>产品定位</a:t>
            </a:r>
          </a:p>
          <a:p>
            <a:pPr lvl="0" indent="-342900" marL="342900">
              <a:buAutoNum type="arabicPeriod"/>
            </a:pPr>
            <a:r>
              <a:rPr/>
              <a:t>产品功能</a:t>
            </a:r>
          </a:p>
          <a:p>
            <a:pPr lvl="0" indent="-342900" marL="342900">
              <a:buAutoNum type="arabicPeriod"/>
            </a:pPr>
            <a:r>
              <a:rPr/>
              <a:t>技术架构</a:t>
            </a:r>
          </a:p>
          <a:p>
            <a:pPr lvl="0" indent="-342900" marL="342900">
              <a:buAutoNum type="arabicPeriod"/>
            </a:pPr>
            <a:r>
              <a:rPr/>
              <a:t>竞争分析</a:t>
            </a:r>
          </a:p>
          <a:p>
            <a:pPr lvl="0" indent="-342900" marL="342900">
              <a:buAutoNum type="arabicPeriod"/>
            </a:pPr>
            <a:r>
              <a:rPr/>
              <a:t>商业模式</a:t>
            </a:r>
          </a:p>
          <a:p>
            <a:pPr lvl="0" indent="-342900" marL="342900">
              <a:buAutoNum type="arabicPeriod"/>
            </a:pPr>
            <a:r>
              <a:rPr/>
              <a:t>推广策略</a:t>
            </a:r>
          </a:p>
          <a:p>
            <a:pPr lvl="0" indent="-342900" marL="342900">
              <a:buAutoNum type="arabicPeriod"/>
            </a:pPr>
            <a:r>
              <a:rPr/>
              <a:t>项目计划与时间表</a:t>
            </a:r>
          </a:p>
          <a:p>
            <a:pPr lvl="0" indent="-342900" marL="342900">
              <a:buAutoNum type="arabicPeriod"/>
            </a:pPr>
            <a:r>
              <a:rPr/>
              <a:t>Q&amp;A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3: 背景与市场分析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内容创作行业的现状与挑战</a:t>
            </a:r>
          </a:p>
          <a:p>
            <a:pPr lvl="1"/>
            <a:r>
              <a:rPr/>
              <a:t>内容产出速度慢</a:t>
            </a:r>
          </a:p>
          <a:p>
            <a:pPr lvl="1"/>
            <a:r>
              <a:rPr/>
              <a:t>创作成本高</a:t>
            </a:r>
          </a:p>
          <a:p>
            <a:pPr lvl="1"/>
            <a:r>
              <a:rPr/>
              <a:t>创作质量参差不齐</a:t>
            </a:r>
          </a:p>
          <a:p>
            <a:pPr lvl="0"/>
            <a:r>
              <a:rPr/>
              <a:t>市场需求</a:t>
            </a:r>
          </a:p>
          <a:p>
            <a:pPr lvl="1"/>
            <a:r>
              <a:rPr/>
              <a:t>企业、个人用户对高质量内容的需求增长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4: 产品定位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目标用户：</a:t>
            </a:r>
          </a:p>
          <a:p>
            <a:pPr lvl="1"/>
            <a:r>
              <a:rPr/>
              <a:t>企业：市场营销、内容创作团队</a:t>
            </a:r>
          </a:p>
          <a:p>
            <a:pPr lvl="1"/>
            <a:r>
              <a:rPr/>
              <a:t>个人用户：博主、自由撰稿人</a:t>
            </a:r>
          </a:p>
          <a:p>
            <a:pPr lvl="0"/>
            <a:r>
              <a:rPr/>
              <a:t>产品价值：</a:t>
            </a:r>
          </a:p>
          <a:p>
            <a:pPr lvl="1"/>
            <a:r>
              <a:rPr/>
              <a:t>提高创作效率</a:t>
            </a:r>
          </a:p>
          <a:p>
            <a:pPr lvl="1"/>
            <a:r>
              <a:rPr/>
              <a:t>降低创作成本</a:t>
            </a:r>
          </a:p>
          <a:p>
            <a:pPr lvl="1"/>
            <a:r>
              <a:rPr/>
              <a:t>提供创作灵感与支持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5: 产品功能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智能写作助手</a:t>
            </a:r>
          </a:p>
          <a:p>
            <a:pPr lvl="1"/>
            <a:r>
              <a:rPr/>
              <a:t>自动生成文章、博客、社交媒体内容</a:t>
            </a:r>
          </a:p>
          <a:p>
            <a:pPr lvl="0"/>
            <a:r>
              <a:rPr/>
              <a:t>语法与风格检查</a:t>
            </a:r>
          </a:p>
          <a:p>
            <a:pPr lvl="1"/>
            <a:r>
              <a:rPr/>
              <a:t>提升文本的可读性与专业性</a:t>
            </a:r>
          </a:p>
          <a:p>
            <a:pPr lvl="0"/>
            <a:r>
              <a:rPr/>
              <a:t>创意建议</a:t>
            </a:r>
          </a:p>
          <a:p>
            <a:pPr lvl="1"/>
            <a:r>
              <a:rPr/>
              <a:t>提供主题、标题、段落结构建议</a:t>
            </a:r>
          </a:p>
          <a:p>
            <a:pPr lvl="0"/>
            <a:r>
              <a:rPr/>
              <a:t>多语言支持</a:t>
            </a:r>
          </a:p>
          <a:p>
            <a:pPr lvl="1"/>
            <a:r>
              <a:rPr/>
              <a:t>支持多种语言的内容创作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6: 技术架构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AI模型：</a:t>
            </a:r>
          </a:p>
          <a:p>
            <a:pPr lvl="1"/>
            <a:r>
              <a:rPr/>
              <a:t>基于Transformer的语言模型（如GPT-4）</a:t>
            </a:r>
          </a:p>
          <a:p>
            <a:pPr lvl="0"/>
            <a:r>
              <a:rPr/>
              <a:t>数据源：</a:t>
            </a:r>
          </a:p>
          <a:p>
            <a:pPr lvl="1"/>
            <a:r>
              <a:rPr/>
              <a:t>大型文本数据集</a:t>
            </a:r>
          </a:p>
          <a:p>
            <a:pPr lvl="0"/>
            <a:r>
              <a:rPr/>
              <a:t>用户界面：</a:t>
            </a:r>
          </a:p>
          <a:p>
            <a:pPr lvl="1"/>
            <a:r>
              <a:rPr/>
              <a:t>Web和移动端应用</a:t>
            </a:r>
          </a:p>
          <a:p>
            <a:pPr lvl="0"/>
            <a:r>
              <a:rPr/>
              <a:t>API接口：</a:t>
            </a:r>
          </a:p>
          <a:p>
            <a:pPr lvl="1"/>
            <a:r>
              <a:rPr/>
              <a:t>与其他软件工具集成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7: 竞争分析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主要竞争对手：</a:t>
            </a:r>
          </a:p>
          <a:p>
            <a:pPr lvl="1"/>
            <a:r>
              <a:rPr/>
              <a:t>Copy.ai</a:t>
            </a:r>
          </a:p>
          <a:p>
            <a:pPr lvl="1"/>
            <a:r>
              <a:rPr/>
              <a:t>Jasper.ai</a:t>
            </a:r>
          </a:p>
          <a:p>
            <a:pPr lvl="1"/>
            <a:r>
              <a:rPr/>
              <a:t>Writesonic</a:t>
            </a:r>
          </a:p>
          <a:p>
            <a:pPr lvl="0"/>
            <a:r>
              <a:rPr/>
              <a:t>我们的优势：</a:t>
            </a:r>
          </a:p>
          <a:p>
            <a:pPr lvl="1"/>
            <a:r>
              <a:rPr/>
              <a:t>更高的生成质量</a:t>
            </a:r>
          </a:p>
          <a:p>
            <a:pPr lvl="1"/>
            <a:r>
              <a:rPr/>
              <a:t>更丰富的功能模块</a:t>
            </a:r>
          </a:p>
          <a:p>
            <a:pPr lvl="1"/>
            <a:r>
              <a:rPr/>
              <a:t>更好的用户体验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8: 商业模式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收费模式：</a:t>
            </a:r>
          </a:p>
          <a:p>
            <a:pPr lvl="1"/>
            <a:r>
              <a:rPr/>
              <a:t>免费试用 + 订阅制（基础版、高级版）</a:t>
            </a:r>
          </a:p>
          <a:p>
            <a:pPr lvl="0"/>
            <a:r>
              <a:rPr/>
              <a:t>目标收入：</a:t>
            </a:r>
          </a:p>
          <a:p>
            <a:pPr lvl="1"/>
            <a:r>
              <a:rPr/>
              <a:t>第一年度：XX万元</a:t>
            </a:r>
          </a:p>
          <a:p>
            <a:pPr lvl="1"/>
            <a:r>
              <a:rPr/>
              <a:t>第二年度：XX万元</a:t>
            </a:r>
          </a:p>
          <a:p>
            <a:pPr lvl="0"/>
            <a:r>
              <a:rPr/>
              <a:t>合作模式：</a:t>
            </a:r>
          </a:p>
          <a:p>
            <a:pPr lvl="1"/>
            <a:r>
              <a:rPr/>
              <a:t>与企业合作，提供定制化解决方案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9: 推广策略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数字营销：</a:t>
            </a:r>
          </a:p>
          <a:p>
            <a:pPr lvl="1"/>
            <a:r>
              <a:rPr/>
              <a:t>SEO优化、内容营销</a:t>
            </a:r>
          </a:p>
          <a:p>
            <a:pPr lvl="1"/>
            <a:r>
              <a:rPr/>
              <a:t>社交媒体广告</a:t>
            </a:r>
          </a:p>
          <a:p>
            <a:pPr lvl="0"/>
            <a:r>
              <a:rPr/>
              <a:t>合作推广：</a:t>
            </a:r>
          </a:p>
          <a:p>
            <a:pPr lvl="1"/>
            <a:r>
              <a:rPr/>
              <a:t>与内容创作平台合作</a:t>
            </a:r>
          </a:p>
          <a:p>
            <a:pPr lvl="1"/>
            <a:r>
              <a:rPr/>
              <a:t>与行业博主、影响者合作</a:t>
            </a:r>
          </a:p>
          <a:p>
            <a:pPr lvl="0"/>
            <a:r>
              <a:rPr/>
              <a:t>用户口碑：</a:t>
            </a:r>
          </a:p>
          <a:p>
            <a:pPr lvl="1"/>
            <a:r>
              <a:rPr/>
              <a:t>优惠活动与推荐奖励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10: 项目计划与时间表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需求调研（2023年11月）</a:t>
            </a:r>
          </a:p>
          <a:p>
            <a:pPr lvl="0"/>
            <a:r>
              <a:rPr/>
              <a:t>产品开发（2024年1月至6月）</a:t>
            </a:r>
          </a:p>
          <a:p>
            <a:pPr lvl="0"/>
            <a:r>
              <a:rPr/>
              <a:t>内部测试（2024年7月）</a:t>
            </a:r>
          </a:p>
          <a:p>
            <a:pPr lvl="0"/>
            <a:r>
              <a:rPr/>
              <a:t>上线发布（2024年8月）</a:t>
            </a:r>
          </a:p>
          <a:p>
            <a:pPr lvl="0"/>
            <a:r>
              <a:rPr/>
              <a:t>市场推广（2024年9月）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11: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感谢聆听，欢迎提问！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2025-03-21T04:10:23Z</dcterms:created>
  <dcterms:modified xsi:type="dcterms:W3CDTF">2025-03-21T04:10:23Z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